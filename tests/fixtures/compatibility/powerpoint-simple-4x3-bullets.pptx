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F60D99-BF57-4B5E-9AA4-C13EA868B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AA08A5C-39E8-5922-04EB-014FE25D3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38D19F-B69A-3D37-0CB6-68167FC2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658EF76-AADA-DE17-0F59-B6289259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1FB5027-8922-379C-84B8-14D998CC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4681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5C72C-1108-C50A-AE1F-287B5DF4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52E02E-0E91-CF78-CE07-1E988B01E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A925981-0C02-8D00-307E-6C50CB45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44D24BA-E300-B432-5107-96E257E9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A37C729-0CB9-7F01-3E60-18C3345B2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9294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652B3-5434-3550-0697-C72AE6F8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5B31449-930D-E2DF-66A1-F2961C7A8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51AC02A-0D63-13E4-9346-C66C9E96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5BFCF7E-A15B-582A-FD2E-0E168754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6EA08BE-24D7-6961-F079-627C1E02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90537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9090A-D2DD-CA52-5A99-AC0952E0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3AC197F-4086-C7EB-017F-89FA743DE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555F716-F190-E836-1078-BD1D3AD93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B704DC7-4B60-A5E0-13AB-2770D3F1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672DB08-F483-55F7-A758-EBCB5E37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DA77CD9-04F6-FEF7-D200-D6DB9A82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3040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FE3A4-1661-AAA5-5FF1-2C4F8D8B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6ED8AFA-CEAE-8475-C729-16E8C94D9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4B88B2B-CF62-4A41-70E9-FA7FEAC99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7D77EB2-6E4B-F629-EE54-F01D7779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D4781643-F5A6-CC5F-EAB1-304A2A07A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CC12B504-B3D8-D6D3-99CB-9A42FACF2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B290994-E284-1E14-C5AE-F2FD5363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A235766-8432-A3FF-AF34-F1BB6F12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194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ED87B-EEC5-BA94-6104-E517EBF2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8E900F6-0229-CE19-6282-DA4ECA12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F7CE2FE-D2D9-A167-5AAF-0C7C51F1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E61738A-4527-FA30-0EB9-EBD42EF7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776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54EC062-A556-6A6A-7A55-E29BED83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40FDBADA-5382-C58C-88B2-0ED820E5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F903F5F-BCEA-BEA9-1883-3408AAFD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575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9554F-2E62-DDE2-4093-618F7086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0070CCB-4074-6F22-863D-43EB22529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A08EEAA-0C8F-1A10-5630-3F70A27E3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8052DA9-63F2-4089-535E-6E048550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9A8E766-F550-6067-1649-56FFBA92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F51FA55-B69F-A15E-B577-9EDD1A48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66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86505-B1E0-6C53-3A74-4FB89CA9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0341355E-E5CA-EF6C-B99C-D435024AA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759298D-78FE-A42E-00F2-703E136F0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FE9B6D0-2743-8B35-80C8-2FBE5814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FE4B12B-D69A-C177-14A2-4EE88C49F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D5E9ED9-113B-A299-7A46-6170C489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748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4FF7D-27B0-1695-BCFB-C2727CBB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74CA2CC-AF6F-E258-D62C-A1EE612D3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F4BD6B2-B452-4327-8C11-5C4B29BA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413EA7A-D07F-FA59-1A97-5EFBC1E8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5617D9E-7F33-C24A-8E6A-81F67080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615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FE683264-E60D-85F8-11BF-0A5D62BF6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1A450C7-9821-AA32-0FB7-EEDF76A93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5773DD1-0FCA-2AA8-4772-56326EF6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0A3294-4E6F-9518-8B13-006A5440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BE3D11D-503F-929F-9E5D-F9B35615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08219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66B23B-2B63-8DE4-6F22-8876D844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E5DDE09-FAE2-3061-4522-B22357C7D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F85D6C9-11FC-89E4-DBC1-F1AF29FB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80836EA-3AB3-1100-6555-D2AF5BA4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4BB30F-A234-80DD-4B9F-B59F4D54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104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59742E0-0C08-0E4A-EA01-287F100A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09E2EAF-4F34-DEF1-C707-5CAA404AA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A5B7E44-0DD4-300C-1AF1-4C7E313C4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D5C70-58AB-46FD-9A34-A21DFD489396}" type="datetimeFigureOut">
              <a:rPr lang="uk-UA" smtClean="0"/>
              <a:t>12.09.2026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15789E0-1D7A-6F29-AA21-2B3F04CAD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46F923-9AFD-8BF2-DEEC-A4519B794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74033-CDC8-4441-B714-6B7EB65B865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0996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9B581-1540-CCA9-B1BD-CD569699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Стани води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B76FE66-1104-7DA6-41D7-4D488C0CF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/>
              <a:t>Лід</a:t>
            </a:r>
          </a:p>
          <a:p>
            <a:r>
              <a:rPr lang="uk-UA" u="sng"/>
              <a:t>Вода</a:t>
            </a:r>
          </a:p>
          <a:p>
            <a:r>
              <a:rPr lang="uk-UA"/>
              <a:t>Пара</a:t>
            </a: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A99C1192-0B8A-0D22-22DB-A38F35FA000D}"/>
              </a:ext>
            </a:extLst>
          </p:cNvPr>
          <p:cNvSpPr/>
          <p:nvPr/>
        </p:nvSpPr>
        <p:spPr>
          <a:xfrm rot="1800000">
            <a:off x="6096000" y="4572000"/>
            <a:ext cx="2032000" cy="1143000"/>
          </a:xfrm>
          <a:prstGeom prst="rect">
            <a:avLst/>
          </a:prstGeom>
          <a:solidFill>
            <a:srgbClr val="DCFC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82795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Довільний</PresentationFormat>
  <Paragraphs>4</Paragraphs>
  <Slides>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Стани води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2026-09-12T19:47:50Z</dcterms:created>
  <dcterms:modified xsi:type="dcterms:W3CDTF">2026-09-12T19:47:50Z</dcterms:modified>
</cp:coreProperties>
</file>