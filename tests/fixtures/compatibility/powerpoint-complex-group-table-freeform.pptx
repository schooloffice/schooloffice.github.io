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39B93-1865-D8FC-F179-2E3B42D1B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B5850FF-A782-575A-0F64-02B4D9DCA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7366B0-96DE-4A92-C757-D8487BBC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FC91900-1514-55DC-FE15-0ED9950A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BF9CF62-0E7F-CF23-8F35-F54E6CCDB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2300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03CCD-5E76-9FE0-710C-C5292639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BCF8BA-3479-7082-9773-D4E413E6D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8D075CE-1D80-284E-FA3F-4962B0C7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B7291B-F756-62CE-AE69-5FEC17DE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B3BAE5B-8657-E522-5ED0-FF3063FC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455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0A1BA-CAE2-0D1F-0BA5-85B48B0D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16DC84E-0DB2-19A7-CC01-2D4F0F1DB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CE47A94-93C3-DA5F-99FA-B7036D4A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C56C0D-7F9C-AD42-3F00-8DF4B27D8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064BE4-1DB4-25F6-AF70-A123ECB2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277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8BE1C-7A73-A25E-0089-2D1CA1A4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DAA470-106A-7D3D-2B25-1FB9DA724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634FD0E-A3C3-FFD8-EE27-2FB37571B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1E23C38-C556-A0D5-47B9-084616C4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3828CF0-FE08-51FF-BC4D-0BE2F981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405A758-87D8-8933-BF4B-795DE715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01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6EA9F-53B8-E89D-1E1F-8A7CBC33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BE874E7-5BF5-0F09-A07B-1C597EBFB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344CEE0-19AC-82F7-53F3-25750FB5D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45BDB04-1E02-8C9B-697B-978609C42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1F60E48C-AEF4-DC67-F36D-BED6E71F4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BB20E3B-B8CE-483F-F125-96B3591F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D6DD06EC-D9EA-BC35-2F2A-168BDA2F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DBF4B23-F1EF-F0A4-1863-0B60C518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025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A3D9F-65E2-FF16-EE9F-9E392F27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4DD12DF4-0ABD-F1AB-875C-62A612A8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5255AA4-2D42-9293-B7FF-DF3ABC05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31573C1-443E-230F-33FE-08F24619C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986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D3C4F9B-A85F-9152-1BDF-F563698ED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D506D7E-991A-345A-EF56-E319E33F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C0D66D3-9BD7-8551-CBB1-01A419FF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372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6BF62-A7F3-7E50-8293-DF593610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1E9B4E-D8E9-77AC-44EE-24965B69F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DCD6998-968D-E438-F4EC-1DEF53CDE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0165915-D45F-C44E-7869-874A70CF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056EEEC-51F5-4358-D878-9E72148DA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C639D39-4171-A22F-29BE-20C638D5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446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2F829-1A0C-D905-45B8-273DFAD2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6F2FCB1D-12A4-91C1-CB1B-3800087AF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A93A6B0-0703-CA25-3BF3-A09601D8F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3D48D65-B723-BC16-FFB8-12F6FB7D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6849C88-D70B-7A88-0D25-C70663AC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CA7FF7C-A580-9F81-D622-0FD409EE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1825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ADBDF-9F1C-146A-7D65-FE0E4EC7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1269892-6F5B-40D3-645D-24359772D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C8CE32D-2A3E-CAE1-2135-1D6A5AE0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8E983CB-FA4F-82D6-68C6-C9AEBE3D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9ADAF8E-8BF1-3369-F1B3-1F2FEF31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451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2A2B0E1-F921-8F51-B191-42666CD29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40AF301-E71B-C028-FB79-D0EFF5AB8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8E1137F-94FF-A428-075D-D345F369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9793350-403B-334D-4D41-3573DA16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0219724-66E3-6A7A-3056-AD9B6986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781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408C7AF-8552-59EE-5E12-351B71BDB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8710FCC-4474-C867-A52A-35DE4F7F0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68C5BC9-4E61-7B32-601B-D79A7E2EA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C186F-585F-4322-93E4-F68EB8FAED88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0DB52AF-CCFE-3FB6-A075-2BD61D21F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5CBE8F-7A31-6BB8-D163-448056654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1345C-D796-49F2-A256-A37C64B2EE7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521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DBEAF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47F79DA9-3704-4EED-F94C-8481E72629D2}"/>
              </a:ext>
            </a:extLst>
          </p:cNvPr>
          <p:cNvGrpSpPr/>
          <p:nvPr/>
        </p:nvGrpSpPr>
        <p:grpSpPr>
          <a:xfrm>
            <a:off x="508000" y="508000"/>
            <a:ext cx="3302000" cy="1016000"/>
            <a:chOff x="508000" y="508000"/>
            <a:chExt cx="3302000" cy="1016000"/>
          </a:xfrm>
        </p:grpSpPr>
        <p:sp>
          <p:nvSpPr>
            <p:cNvPr id="2" name="GroupA">
              <a:extLst>
                <a:ext uri="{FF2B5EF4-FFF2-40B4-BE49-F238E27FC236}">
                  <a16:creationId xmlns:a16="http://schemas.microsoft.com/office/drawing/2014/main" id="{CB11A3D2-703B-8F82-5A74-CC9C3C2ED5BA}"/>
                </a:ext>
              </a:extLst>
            </p:cNvPr>
            <p:cNvSpPr/>
            <p:nvPr/>
          </p:nvSpPr>
          <p:spPr>
            <a:xfrm>
              <a:off x="508000" y="508000"/>
              <a:ext cx="2032000" cy="1016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" name="GroupB">
              <a:extLst>
                <a:ext uri="{FF2B5EF4-FFF2-40B4-BE49-F238E27FC236}">
                  <a16:creationId xmlns:a16="http://schemas.microsoft.com/office/drawing/2014/main" id="{F2AF7E8D-FA62-7A68-763D-E424AE8630EB}"/>
                </a:ext>
              </a:extLst>
            </p:cNvPr>
            <p:cNvSpPr/>
            <p:nvPr/>
          </p:nvSpPr>
          <p:spPr>
            <a:xfrm>
              <a:off x="2794000" y="508000"/>
              <a:ext cx="1016000" cy="1016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21B735AA-E71E-C279-3F9A-56275B722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32257"/>
              </p:ext>
            </p:extLst>
          </p:nvPr>
        </p:nvGraphicFramePr>
        <p:xfrm>
          <a:off x="508000" y="2286000"/>
          <a:ext cx="508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390209204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635925518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uk-UA"/>
                        <a:t>Місяць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/>
                        <a:t>Опади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1345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04885"/>
                  </a:ext>
                </a:extLst>
              </a:tr>
            </a:tbl>
          </a:graphicData>
        </a:graphic>
      </p:graphicFrame>
      <p:sp>
        <p:nvSpPr>
          <p:cNvPr id="6" name="Полілінія: фігура 5">
            <a:extLst>
              <a:ext uri="{FF2B5EF4-FFF2-40B4-BE49-F238E27FC236}">
                <a16:creationId xmlns:a16="http://schemas.microsoft.com/office/drawing/2014/main" id="{21765DDF-C889-5F72-B56A-063C531EAE20}"/>
              </a:ext>
            </a:extLst>
          </p:cNvPr>
          <p:cNvSpPr/>
          <p:nvPr/>
        </p:nvSpPr>
        <p:spPr>
          <a:xfrm>
            <a:off x="6096000" y="2540000"/>
            <a:ext cx="2794001" cy="2286001"/>
          </a:xfrm>
          <a:custGeom>
            <a:avLst/>
            <a:gdLst/>
            <a:ahLst/>
            <a:cxnLst/>
            <a:rect l="0" t="0" r="0" b="0"/>
            <a:pathLst>
              <a:path w="2794001" h="2286001">
                <a:moveTo>
                  <a:pt x="0" y="0"/>
                </a:moveTo>
                <a:lnTo>
                  <a:pt x="2794000" y="0"/>
                </a:lnTo>
                <a:lnTo>
                  <a:pt x="1778000" y="2286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Зірка: 5-кутна 6">
            <a:extLst>
              <a:ext uri="{FF2B5EF4-FFF2-40B4-BE49-F238E27FC236}">
                <a16:creationId xmlns:a16="http://schemas.microsoft.com/office/drawing/2014/main" id="{0B5C1323-40DC-4EAA-A463-68C89D79B483}"/>
              </a:ext>
            </a:extLst>
          </p:cNvPr>
          <p:cNvSpPr/>
          <p:nvPr/>
        </p:nvSpPr>
        <p:spPr>
          <a:xfrm>
            <a:off x="8890000" y="381000"/>
            <a:ext cx="1524000" cy="15240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157E5-CF47-A7FE-9F3D-5857E3FF450C}"/>
              </a:ext>
            </a:extLst>
          </p:cNvPr>
          <p:cNvSpPr txBox="1"/>
          <p:nvPr/>
        </p:nvSpPr>
        <p:spPr>
          <a:xfrm>
            <a:off x="508000" y="5588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uk-UA"/>
              <a:t>Складний слайд</a:t>
            </a:r>
          </a:p>
        </p:txBody>
      </p:sp>
    </p:spTree>
    <p:extLst>
      <p:ext uri="{BB962C8B-B14F-4D97-AF65-F5344CB8AC3E}">
        <p14:creationId xmlns:p14="http://schemas.microsoft.com/office/powerpoint/2010/main" val="1568151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Широкий екран</PresentationFormat>
  <Paragraphs>3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2026-09-12T19:47:50Z</dcterms:created>
  <dcterms:modified xsi:type="dcterms:W3CDTF">2026-09-12T19:47:50Z</dcterms:modified>
</cp:coreProperties>
</file>