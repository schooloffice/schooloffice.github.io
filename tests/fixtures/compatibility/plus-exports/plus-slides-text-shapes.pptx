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81" y="508000"/>
            <a:ext cx="10667733" cy="1143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Кругообіг води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1981" y="1905000"/>
            <a:ext cx="10667733" cy="7620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Випаровування, конденсація, опади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5975" y="3302000"/>
            <a:ext cx="2793930" cy="1524000"/>
          </a:xfrm>
          <a:prstGeom prst="rect">
            <a:avLst/>
          </a:prstGeom>
          <a:solidFill>
            <a:srgbClr val="BFDB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25879" y="3302000"/>
            <a:ext cx="2539937" cy="1524000"/>
          </a:xfrm>
          <a:prstGeom prst="ellipse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Офіс ПЛЮС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plus-slides-text-shapes</dc:title>
  <dc:subject>Презентація ПЛЮС Слайди</dc:subject>
  <dc:creator>Офіс ПЛЮС</dc:creator>
  <cp:lastModifiedBy>Офіс ПЛЮС</cp:lastModifiedBy>
  <cp:revision>1</cp:revision>
  <dcterms:created xsi:type="dcterms:W3CDTF">2026-09-11T12:44:34Z</dcterms:created>
  <dcterms:modified xsi:type="dcterms:W3CDTF">2026-09-11T12:44:34Z</dcterms:modified>
</cp:coreProperties>
</file>