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381000"/>
            <a:ext cx="10667733" cy="88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досліду</a:t>
            </a:r>
            <a:endParaRPr lang="en-US" sz="2400" dirty="0"/>
          </a:p>
        </p:txBody>
      </p:sp>
      <p:pic>
        <p:nvPicPr>
          <p:cNvPr id="3" name="Image 0" descr="Червоний квадра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5911" y="1651000"/>
            <a:ext cx="5079873" cy="381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Офіс ПЛЮС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plus-slides-local-image</dc:title>
  <dc:subject>Презентація ПЛЮС Слайди</dc:subject>
  <dc:creator>Офіс ПЛЮС</dc:creator>
  <cp:lastModifiedBy>Офіс ПЛЮС</cp:lastModifiedBy>
  <cp:revision>1</cp:revision>
  <dcterms:created xsi:type="dcterms:W3CDTF">2026-09-11T12:44:35Z</dcterms:created>
  <dcterms:modified xsi:type="dcterms:W3CDTF">2026-09-11T12:44:35Z</dcterms:modified>
</cp:coreProperties>
</file>