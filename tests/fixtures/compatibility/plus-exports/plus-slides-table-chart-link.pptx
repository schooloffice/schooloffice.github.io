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Середній бал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Бал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7-А</c:v>
                  </c:pt>
                  <c:pt idx="1">
                    <c:v>7-Б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9.5</c:v>
                </c:pt>
                <c:pt idx="1">
                  <c:v>10.1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chart" Target="/ppt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 action="ppaction://hlinksldjump"/>
          </p:cNvPr>
          <p:cNvSpPr/>
          <p:nvPr/>
        </p:nvSpPr>
        <p:spPr>
          <a:xfrm>
            <a:off x="507987" y="254000"/>
            <a:ext cx="6349841" cy="762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u="sng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Перейти до висновків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1270000"/>
          <a:ext cx="5333867" cy="2286000"/>
        </p:xfrm>
        <a:graphic>
          <a:graphicData uri="http://schemas.openxmlformats.org/drawingml/2006/table">
            <a:tbl>
              <a:tblPr/>
              <a:tblGrid>
                <a:gridCol w="2666933"/>
                <a:gridCol w="2666933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Клас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Середній бал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7-А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7-Б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6349841" y="1270000"/>
          <a:ext cx="5333867" cy="381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762000"/>
            <a:ext cx="10667733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Висновки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Офіс ПЛЮС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plus-slides-table-chart-link</dc:title>
  <dc:subject>Презентація ПЛЮС Слайди</dc:subject>
  <dc:creator>Офіс ПЛЮС</dc:creator>
  <cp:lastModifiedBy>Офіс ПЛЮС</cp:lastModifiedBy>
  <cp:revision>1</cp:revision>
  <dcterms:created xsi:type="dcterms:W3CDTF">2026-09-11T12:44:39Z</dcterms:created>
  <dcterms:modified xsi:type="dcterms:W3CDTF">2026-09-11T12:44:39Z</dcterms:modified>
</cp:coreProperties>
</file>