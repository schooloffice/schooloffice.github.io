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BEAAF-2024-C791-02CE-0AFADC04C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DDE70C9-8C23-BF38-F17F-280102AB8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6A93DE5-791F-3EC7-95E1-D2F28D07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B83C632-A04B-9B7B-C441-1CB25464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AA8B500-E026-BEB3-DFBF-0B3140B52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373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90281-596B-E42B-45D3-F52746AD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89FD59C-A880-2B92-58BB-041E88562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F15A51E-D334-6A1C-28B7-1A805B82F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7038E34-04AE-4091-A75D-DEA67C11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F164B2C-9F04-A261-E889-33F79A2F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1323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5E32B-3172-E5DB-D377-A9A2E7EB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B47C635-9ACA-5025-98FE-18D90B9F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9D23A18-FC4A-F2B2-1C40-28CB763D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74E1C89-44D8-FB63-C456-E0E5251E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0456114-7EC6-7C51-C091-CE2AB8D2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392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D4A74-8C90-F6CD-CC09-07797CEC3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541A8E-030B-D616-D838-1F23C7CC0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2D3E6B0-8646-96D8-C995-63C51DCE8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C7A140C-5543-2072-9BBC-A65AD638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84770C5-699A-CFB8-1835-6E333FAB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C23BB14-1000-A401-D94F-780F3DAEC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2158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31236-50BD-F419-D806-E546067F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4F50BD4-696A-A173-8572-9EDFD605A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E43DEA5-CF3A-2F8B-85E3-DFB7D725E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A8637F5-5A33-68EE-9903-B82E49698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B601CAD9-DBAB-3DA8-CDB0-55440D10E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D4194D2C-9629-6EE8-A4BE-6E0B5E0FA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559E781-5061-03C9-E14E-2B3151F8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24FC414-7C09-A49B-32F0-B181D3EF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119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62020-4D92-FEC1-7EE9-15A6E1DC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C315761-70ED-D37C-60E0-8DEEEE1D2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9E0132F0-38B2-9B07-89A7-9BB81AA6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569430B-6756-8F89-41F2-09647FF59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541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4DFBDFE3-98AF-EA9E-C29A-E51B562F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61051965-DBC9-9D3F-01AA-6949B619A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7D6414A-245A-26AA-1E03-410EBBD0F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4345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F269F9-D1B9-2C6F-400C-D6688D279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AFC985F-2ACE-0CB1-CE94-F1F2A31CE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91312C9-DF74-20AB-051A-9673A23D4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6C34A09-9A20-A106-5A45-6FF3170B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91AB3B6-79DE-F9D5-E55A-C6E37F7B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A5AB4C7-8002-6908-794F-670CC6F3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67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3A051-3758-FCFD-9915-BD524771E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A8DE15F-5DD1-1804-9AFB-E276D4D84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6A6C0C5-D39E-3BAA-EA25-E126CC0E9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9EE8407-BE32-C9E3-1A54-98FC4FA1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158392C-7456-88E4-6CFF-0B954127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7709E0F-8FE2-2A8C-000C-527DD86F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028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48E5F-C935-6846-1E81-4D3F6050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1E58701-07F3-7490-AF29-2CA0C777A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060A50-B6AB-C289-3BD9-2BED5958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05697EC-46FC-4159-24A8-312FF80FB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B6F39CF-0654-82B9-70AD-4FD87570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830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D15F2D8-047D-D872-FD46-9981890E9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4E763AA-FD93-7E22-03A0-439719D5C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92789E0-724C-CBAE-2962-21B842BB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6C20E4C-6B72-9177-B896-DE79C5AF8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1AD3583-FF50-3828-CDDC-CD74CC800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2445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F0B50696-96E8-10BA-B726-C7228EABE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FED0D60-9DAE-1A30-6CB7-A74F85CB4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034EE2E-976C-F58F-D6D7-C22948D0E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6B2C1-F529-4CA4-B23C-42F477172981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CD0AB1D-6A55-F20A-7EC2-25BAFBB5F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81D009D-F9DB-0FB9-55C3-30DEF63FA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0F4A0-602B-4A6F-80AA-690A79661EC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576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4545FD-C276-9EC4-66A9-912D351200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762000"/>
            <a:ext cx="4572000" cy="304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E0C081-0195-82F9-1060-B39B4F8A63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762000"/>
            <a:ext cx="4572000" cy="304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6FA48A-88E8-EEFE-2615-9E0320C6B4FF}"/>
              </a:ext>
            </a:extLst>
          </p:cNvPr>
          <p:cNvSpPr txBox="1"/>
          <p:nvPr/>
        </p:nvSpPr>
        <p:spPr>
          <a:xfrm>
            <a:off x="762000" y="4572000"/>
            <a:ext cx="1041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/>
              <a:t>Графік і фото з уроку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3229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B0F432-1B1F-F945-CE20-03A3D86F32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900000">
            <a:off x="4409130" y="1602877"/>
            <a:ext cx="3962486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69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Широкий екран</PresentationFormat>
  <Paragraphs>1</Paragraphs>
  <Slides>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Тема Office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2026-09-12T19:47:50Z</dcterms:created>
  <dcterms:modified xsi:type="dcterms:W3CDTF">2026-09-12T19:47:50Z</dcterms:modified>
</cp:coreProperties>
</file>