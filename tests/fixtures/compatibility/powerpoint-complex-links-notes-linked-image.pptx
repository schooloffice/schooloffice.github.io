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133C15-8E2F-4D79-B219-8B15F179CBB4}" type="datetimeFigureOut">
              <a:rPr lang="uk-UA" smtClean="0"/>
              <a:t>12.09.2026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4B09A1-7C7D-4D58-938F-68F9730AA8B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2045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/>
              <a:t>Нагадати про домашнє завдання</a:t>
            </a:r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B09A1-7C7D-4D58-938F-68F9730AA8BB}" type="slidenum">
              <a:rPr lang="uk-UA" smtClean="0"/>
              <a:t>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6460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F5DDF2-ED8B-87D7-2C84-59D83C466E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6086D454-BB35-2386-5685-C6D41EBD84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1347CE8-90BF-D03C-28D1-C25D082AB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1553A-3C9C-4891-A4F7-93151F4EEF49}" type="datetimeFigureOut">
              <a:rPr lang="uk-UA" smtClean="0"/>
              <a:t>12.09.2026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F0348B9-9AA9-8CEA-53DF-E780A6299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44EB39A-557B-3C82-3F7A-419997DA1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EC8FD-27D9-44FD-BE4D-FD75D295C2C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717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761917-7F31-9938-F74E-24508A706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2510BD1-565F-1512-6990-26FF0734A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693018E-E575-75B5-AE85-EA3637391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1553A-3C9C-4891-A4F7-93151F4EEF49}" type="datetimeFigureOut">
              <a:rPr lang="uk-UA" smtClean="0"/>
              <a:t>12.09.2026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CE0E3F9B-0294-CD46-0E32-C368604A2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E676BBE-5F37-CD5C-BCE0-ED7EAF569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EC8FD-27D9-44FD-BE4D-FD75D295C2C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39868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5D60FD-4571-C8AD-FC62-44FF3B8C5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EC99161F-BED9-A6BC-FB0F-5E51C10A32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0995FDF-2553-BDE5-45F3-50AFC1319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1553A-3C9C-4891-A4F7-93151F4EEF49}" type="datetimeFigureOut">
              <a:rPr lang="uk-UA" smtClean="0"/>
              <a:t>12.09.2026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1C5FDE6-833F-C914-687A-38FCF12DE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EBA5633-4C5F-093E-632A-C374CDCD1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EC8FD-27D9-44FD-BE4D-FD75D295C2C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7627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790948-59E0-6887-7B8C-E63735A65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93AD711-D870-4B9E-EFFD-FABFC7A706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E24F053D-5E16-C5B2-3363-50EE0B1167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7EAF5911-19BD-77E4-B22B-224D4672A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1553A-3C9C-4891-A4F7-93151F4EEF49}" type="datetimeFigureOut">
              <a:rPr lang="uk-UA" smtClean="0"/>
              <a:t>12.09.2026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87B1B476-198A-26EB-47AA-5503AB56F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D1C3DB3E-89BF-EDE4-E5F8-2617E019E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EC8FD-27D9-44FD-BE4D-FD75D295C2C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07911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4B41B2-428C-3FF3-88BD-B7A2561EC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F9394664-8ADD-4C04-3C95-5D3712BD18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89EC1890-C05E-4F59-32A3-438F9C921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C3F8CA1C-12B1-C814-67E6-8F3E0EE809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1ED74458-04CC-0F4C-4B38-64FA0B4E2A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9B308D5F-BF70-32E7-6E2E-AEAD449E5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1553A-3C9C-4891-A4F7-93151F4EEF49}" type="datetimeFigureOut">
              <a:rPr lang="uk-UA" smtClean="0"/>
              <a:t>12.09.2026</a:t>
            </a:fld>
            <a:endParaRPr lang="uk-UA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51560E57-F7B0-D22D-4A5F-76E3EB3F9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73393694-B106-0645-C476-4CFB2A65E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EC8FD-27D9-44FD-BE4D-FD75D295C2C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38436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564921-1033-BC4D-96ED-4C43566C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64835A6A-2E8C-2BFF-A201-DC3504548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1553A-3C9C-4891-A4F7-93151F4EEF49}" type="datetimeFigureOut">
              <a:rPr lang="uk-UA" smtClean="0"/>
              <a:t>12.09.2026</a:t>
            </a:fld>
            <a:endParaRPr lang="uk-UA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CA4CDFE9-622C-508B-F6B9-ADD01365A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F5317FE6-95F5-D8CF-BC15-7C469FAA6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EC8FD-27D9-44FD-BE4D-FD75D295C2C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8422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D2B1370F-BEA3-7B41-9E7F-CC0B62B26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1553A-3C9C-4891-A4F7-93151F4EEF49}" type="datetimeFigureOut">
              <a:rPr lang="uk-UA" smtClean="0"/>
              <a:t>12.09.2026</a:t>
            </a:fld>
            <a:endParaRPr lang="uk-UA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3163ADE0-C23F-6579-D6A6-1C62AAFAC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3843BE02-4D0D-021F-1C08-4FB915B7F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EC8FD-27D9-44FD-BE4D-FD75D295C2C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65975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4FAE32-37A6-B6DB-70F5-AC719DCA2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3BA087D-E330-2DDB-2F45-FE37389728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3BDAF20D-0DFA-8CFD-CF3E-AEEF0BE2A0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40E6A808-21E5-92F3-A4A4-5EE1FC65E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1553A-3C9C-4891-A4F7-93151F4EEF49}" type="datetimeFigureOut">
              <a:rPr lang="uk-UA" smtClean="0"/>
              <a:t>12.09.2026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92B3D647-1726-6105-D5CD-6C39A2A29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F3064D15-EB58-A4E2-154F-AC307C341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EC8FD-27D9-44FD-BE4D-FD75D295C2C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19556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636B29-2792-46D1-91B8-36644C790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5D9CA8CB-3B49-CA62-C230-85C41C2524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951A5326-51AE-6118-DEFF-16EB55CA6E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7184DBDB-14A5-26D5-A87F-C56EBE48E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1553A-3C9C-4891-A4F7-93151F4EEF49}" type="datetimeFigureOut">
              <a:rPr lang="uk-UA" smtClean="0"/>
              <a:t>12.09.2026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04AB8F50-F48A-3014-B2E9-52E84C74D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4726400E-2923-D76E-72B3-F15E76D00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EC8FD-27D9-44FD-BE4D-FD75D295C2C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83979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3A1405-665A-CB0F-FCB3-189FB80D4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D88EC25D-D516-8D67-C311-D20CFB78CC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B6CD92D-755E-63AC-DC6F-C9C0B7FD0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1553A-3C9C-4891-A4F7-93151F4EEF49}" type="datetimeFigureOut">
              <a:rPr lang="uk-UA" smtClean="0"/>
              <a:t>12.09.2026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BA9B27A-152A-7B00-131F-9483A1FA2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1ACBA57-A5E1-6533-7EA1-63F68364C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EC8FD-27D9-44FD-BE4D-FD75D295C2C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63391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FFED3714-1701-618D-5A77-4591F5889C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F8DF3F79-8CC3-3177-C047-52DCF6CA95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57D8803-2C22-DCE1-F11C-828B794DB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1553A-3C9C-4891-A4F7-93151F4EEF49}" type="datetimeFigureOut">
              <a:rPr lang="uk-UA" smtClean="0"/>
              <a:t>12.09.2026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7DDCA18-333F-6C27-7406-0588A9469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5F20DA7-BD5C-C5AD-F6FD-90B061EA1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EC8FD-27D9-44FD-BE4D-FD75D295C2C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44895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5BA7E49C-CEBE-6943-3564-4BC80E1E3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D9307867-0E9E-DB81-4D64-D59D369DE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3E6F841-9D01-076D-AA3F-EEF738C236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11553A-3C9C-4891-A4F7-93151F4EEF49}" type="datetimeFigureOut">
              <a:rPr lang="uk-UA" smtClean="0"/>
              <a:t>12.09.2026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7B8A89AD-EDF2-1424-3347-A68BA54BF2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CC51B352-44D4-DCC5-C928-1E48160F38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9EC8FD-27D9-44FD-BE4D-FD75D295C2C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76899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xample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file:///C:\plus-pptx-fixtures\plus-linked.png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768EC6-9174-2E8C-82D8-168D26004BCE}"/>
              </a:ext>
            </a:extLst>
          </p:cNvPr>
          <p:cNvSpPr txBox="1"/>
          <p:nvPr/>
        </p:nvSpPr>
        <p:spPr>
          <a:xfrm>
            <a:off x="508000" y="508000"/>
            <a:ext cx="8890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uk-UA" sz="2400"/>
              <a:t>Докладніше н</a:t>
            </a:r>
            <a:r>
              <a:rPr lang="uk-UA" sz="3600">
                <a:solidFill>
                  <a:srgbClr val="DC2626"/>
                </a:solidFill>
                <a:hlinkClick r:id="rId3"/>
              </a:rPr>
              <a:t>а сайті</a:t>
            </a:r>
            <a:endParaRPr lang="uk-UA" sz="3600">
              <a:solidFill>
                <a:srgbClr val="DC2626"/>
              </a:solidFill>
            </a:endParaRPr>
          </a:p>
        </p:txBody>
      </p:sp>
      <p:cxnSp>
        <p:nvCxnSpPr>
          <p:cNvPr id="3" name="Пряма сполучна лінія 2">
            <a:extLst>
              <a:ext uri="{FF2B5EF4-FFF2-40B4-BE49-F238E27FC236}">
                <a16:creationId xmlns:a16="http://schemas.microsoft.com/office/drawing/2014/main" id="{98D4DF95-88F3-6D33-872E-97852AA633B6}"/>
              </a:ext>
            </a:extLst>
          </p:cNvPr>
          <p:cNvCxnSpPr/>
          <p:nvPr/>
        </p:nvCxnSpPr>
        <p:spPr>
          <a:xfrm>
            <a:off x="508000" y="2032000"/>
            <a:ext cx="711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AA636F1-F5B0-AB81-3620-C741DA4040BE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08000" y="2540000"/>
            <a:ext cx="3810000" cy="2540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9B70B51-C36E-5A97-D72B-56BD3575282F}"/>
              </a:ext>
            </a:extLst>
          </p:cNvPr>
          <p:cNvPicPr>
            <a:picLocks/>
          </p:cNvPicPr>
          <p:nvPr/>
        </p:nvPicPr>
        <p:blipFill>
          <a:blip r:link="rId5"/>
          <a:stretch>
            <a:fillRect/>
          </a:stretch>
        </p:blipFill>
        <p:spPr>
          <a:xfrm>
            <a:off x="5080000" y="2540000"/>
            <a:ext cx="38100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74000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фіс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фіс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Широкий екран</PresentationFormat>
  <Paragraphs>3</Paragraphs>
  <Slides>1</Slides>
  <Notes>1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Тема Office</vt:lpstr>
      <vt:lpstr>Презентація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2026-09-12T19:47:51Z</dcterms:created>
  <dcterms:modified xsi:type="dcterms:W3CDTF">2026-09-12T19:47:51Z</dcterms:modified>
</cp:coreProperties>
</file>