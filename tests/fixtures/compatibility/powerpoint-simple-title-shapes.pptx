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uk-U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79FC4AC-D53E-4897-CF39-2FF5FEA872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Підзаголовок 2">
            <a:extLst>
              <a:ext uri="{FF2B5EF4-FFF2-40B4-BE49-F238E27FC236}">
                <a16:creationId xmlns:a16="http://schemas.microsoft.com/office/drawing/2014/main" id="{FB5F57A8-2988-7DB9-9DAF-B9F83CAAB1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uk-UA"/>
              <a:t>Клацніть, щоб редагувати стиль зразка підзаголовка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1F099BBE-9F5F-5E7B-6F55-07D4C4DFD5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6E5265-E317-42B2-BB25-3873E89135AF}" type="datetimeFigureOut">
              <a:rPr lang="uk-UA" smtClean="0"/>
              <a:t>12.09.2026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9301CBA0-61C8-3B7F-625A-7C4144CE7C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F67E805F-7188-8B02-80C1-B0E8D8817C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4C2BE-C3A1-4DF0-9A01-D34AC4B90045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678802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Назва та вмі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EC4444C-E72F-1475-CC4E-903D60581A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D7464590-5383-5DBE-A11F-87719730B9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EB4419BC-4176-98D3-7B9A-21753E10EA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6E5265-E317-42B2-BB25-3873E89135AF}" type="datetimeFigureOut">
              <a:rPr lang="uk-UA" smtClean="0"/>
              <a:t>12.09.2026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2BC5103D-89D0-8AFC-54D6-D2254DD10D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CEAACCA3-7A3A-CF3A-D0BA-0D1614F38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4C2BE-C3A1-4DF0-9A01-D34AC4B90045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3145506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Назва розділ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1E0CF9B-D636-E0D2-3CE9-57C27601CA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6D6E6C01-A80B-CB2C-F72E-698D26C270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DEDC7039-8DA0-6903-1A0F-A1529AA2A4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6E5265-E317-42B2-BB25-3873E89135AF}" type="datetimeFigureOut">
              <a:rPr lang="uk-UA" smtClean="0"/>
              <a:t>12.09.2026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8BB9A3E9-97C7-7C71-A0BD-C98DEC21C0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C6084235-EB5E-193E-C534-C34213B19A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4C2BE-C3A1-4DF0-9A01-D34AC4B90045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120311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’єкт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66747DD-C933-E55D-4CFD-11ABBD81E3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B29CA2A2-87CD-BFEC-3031-8ACC5D3793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46B5EA88-FD79-47FB-66DB-4D43046D24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68B59504-CEF4-40EC-C526-CCCC4C7BA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6E5265-E317-42B2-BB25-3873E89135AF}" type="datetimeFigureOut">
              <a:rPr lang="uk-UA" smtClean="0"/>
              <a:t>12.09.2026</a:t>
            </a:fld>
            <a:endParaRPr lang="uk-UA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3E1A2157-066F-1159-0E62-21382EDC64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8C0C49CF-AB7E-FBA1-70C1-B9042C9A06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4C2BE-C3A1-4DF0-9A01-D34AC4B90045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5991338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Порівнян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C5707F-B2A2-7B07-6734-8C05166F05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97CF283D-36D4-5FCA-14ED-03EBDF5F9E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2046A877-4725-CBEB-B486-3083C6B7BD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5" name="Місце для тексту 4">
            <a:extLst>
              <a:ext uri="{FF2B5EF4-FFF2-40B4-BE49-F238E27FC236}">
                <a16:creationId xmlns:a16="http://schemas.microsoft.com/office/drawing/2014/main" id="{A32FA300-566B-5085-C48F-82E501A5A3D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6" name="Місце для вмісту 5">
            <a:extLst>
              <a:ext uri="{FF2B5EF4-FFF2-40B4-BE49-F238E27FC236}">
                <a16:creationId xmlns:a16="http://schemas.microsoft.com/office/drawing/2014/main" id="{2F983039-6427-B6F0-3D4F-030B360252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7" name="Місце для дати 6">
            <a:extLst>
              <a:ext uri="{FF2B5EF4-FFF2-40B4-BE49-F238E27FC236}">
                <a16:creationId xmlns:a16="http://schemas.microsoft.com/office/drawing/2014/main" id="{AA8FC64C-513E-464C-041E-A36B9D7867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6E5265-E317-42B2-BB25-3873E89135AF}" type="datetimeFigureOut">
              <a:rPr lang="uk-UA" smtClean="0"/>
              <a:t>12.09.2026</a:t>
            </a:fld>
            <a:endParaRPr lang="uk-UA"/>
          </a:p>
        </p:txBody>
      </p:sp>
      <p:sp>
        <p:nvSpPr>
          <p:cNvPr id="8" name="Місце для нижнього колонтитула 7">
            <a:extLst>
              <a:ext uri="{FF2B5EF4-FFF2-40B4-BE49-F238E27FC236}">
                <a16:creationId xmlns:a16="http://schemas.microsoft.com/office/drawing/2014/main" id="{6B8D8760-0635-2AA9-FE0E-5337C3BAD4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9" name="Місце для номера слайда 8">
            <a:extLst>
              <a:ext uri="{FF2B5EF4-FFF2-40B4-BE49-F238E27FC236}">
                <a16:creationId xmlns:a16="http://schemas.microsoft.com/office/drawing/2014/main" id="{83FD2815-4BBE-059F-532D-50F2E52FEC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4C2BE-C3A1-4DF0-9A01-D34AC4B90045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1631931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Лише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DA93E9-F3B2-5C05-A330-2DAD551B39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дати 2">
            <a:extLst>
              <a:ext uri="{FF2B5EF4-FFF2-40B4-BE49-F238E27FC236}">
                <a16:creationId xmlns:a16="http://schemas.microsoft.com/office/drawing/2014/main" id="{AC4DE841-E5A7-1B58-356C-4B99E91D02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6E5265-E317-42B2-BB25-3873E89135AF}" type="datetimeFigureOut">
              <a:rPr lang="uk-UA" smtClean="0"/>
              <a:t>12.09.2026</a:t>
            </a:fld>
            <a:endParaRPr lang="uk-UA"/>
          </a:p>
        </p:txBody>
      </p:sp>
      <p:sp>
        <p:nvSpPr>
          <p:cNvPr id="4" name="Місце для нижнього колонтитула 3">
            <a:extLst>
              <a:ext uri="{FF2B5EF4-FFF2-40B4-BE49-F238E27FC236}">
                <a16:creationId xmlns:a16="http://schemas.microsoft.com/office/drawing/2014/main" id="{CBC27BF7-6CC2-2BE8-0D04-528560198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5" name="Місце для номера слайда 4">
            <a:extLst>
              <a:ext uri="{FF2B5EF4-FFF2-40B4-BE49-F238E27FC236}">
                <a16:creationId xmlns:a16="http://schemas.microsoft.com/office/drawing/2014/main" id="{B706B1F1-21BE-2013-D191-A039C296C3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4C2BE-C3A1-4DF0-9A01-D34AC4B90045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1642010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дати 1">
            <a:extLst>
              <a:ext uri="{FF2B5EF4-FFF2-40B4-BE49-F238E27FC236}">
                <a16:creationId xmlns:a16="http://schemas.microsoft.com/office/drawing/2014/main" id="{EE2C65DE-9FEA-ABDA-3EAC-82B70E03D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6E5265-E317-42B2-BB25-3873E89135AF}" type="datetimeFigureOut">
              <a:rPr lang="uk-UA" smtClean="0"/>
              <a:t>12.09.2026</a:t>
            </a:fld>
            <a:endParaRPr lang="uk-UA"/>
          </a:p>
        </p:txBody>
      </p:sp>
      <p:sp>
        <p:nvSpPr>
          <p:cNvPr id="3" name="Місце для нижнього колонтитула 2">
            <a:extLst>
              <a:ext uri="{FF2B5EF4-FFF2-40B4-BE49-F238E27FC236}">
                <a16:creationId xmlns:a16="http://schemas.microsoft.com/office/drawing/2014/main" id="{81A58EA9-8122-75EA-9FE3-62DC72E3EC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4" name="Місце для номера слайда 3">
            <a:extLst>
              <a:ext uri="{FF2B5EF4-FFF2-40B4-BE49-F238E27FC236}">
                <a16:creationId xmlns:a16="http://schemas.microsoft.com/office/drawing/2014/main" id="{5F3F77A8-A5C4-9AAD-094A-36A37C2DB5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4C2BE-C3A1-4DF0-9A01-D34AC4B90045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7857493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Вміст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94BE818-7C55-CC5A-5692-59A81A62E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6237DA4A-6DAF-A438-6C7E-56476B38B5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1BFA96E3-65FD-EEE1-AC4F-E923B22C9F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1D69048C-1399-DDA8-CAFB-7836A2EF3E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6E5265-E317-42B2-BB25-3873E89135AF}" type="datetimeFigureOut">
              <a:rPr lang="uk-UA" smtClean="0"/>
              <a:t>12.09.2026</a:t>
            </a:fld>
            <a:endParaRPr lang="uk-UA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ACAE23B6-3758-3382-7826-CE16F58C02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8FA7A226-3EB2-E376-BE35-096FFFDE19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4C2BE-C3A1-4DF0-9A01-D34AC4B90045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3119306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2EF26B8-5D2B-4BCC-D812-C9088012CA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зображення 2">
            <a:extLst>
              <a:ext uri="{FF2B5EF4-FFF2-40B4-BE49-F238E27FC236}">
                <a16:creationId xmlns:a16="http://schemas.microsoft.com/office/drawing/2014/main" id="{519CCB59-76EF-028F-F910-FD1B548A2EE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uk-UA"/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1984B1E7-34E9-6851-E196-1DBCDE11C6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3F5FC1A7-664B-6F75-C516-4B01037374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6E5265-E317-42B2-BB25-3873E89135AF}" type="datetimeFigureOut">
              <a:rPr lang="uk-UA" smtClean="0"/>
              <a:t>12.09.2026</a:t>
            </a:fld>
            <a:endParaRPr lang="uk-UA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14B63E06-F05E-A756-7C16-38407FDFE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9AA25881-E18F-9F6E-C363-43F9CC3DCA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4C2BE-C3A1-4DF0-9A01-D34AC4B90045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3084450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і вертикальни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54F545D-1AB4-E8C0-9815-FB28180DA5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8A8272AE-4E3C-D424-9B90-94A1CC22FE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CD7CC7F5-F7ED-AE7D-AFF1-FD8120839F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6E5265-E317-42B2-BB25-3873E89135AF}" type="datetimeFigureOut">
              <a:rPr lang="uk-UA" smtClean="0"/>
              <a:t>12.09.2026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AC5F28C2-4827-36E2-FF06-78DBDF6B22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90361F11-F553-B668-3F2A-82FA6EC867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4C2BE-C3A1-4DF0-9A01-D34AC4B90045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9563764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ий заголовок і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ий заголовок 1">
            <a:extLst>
              <a:ext uri="{FF2B5EF4-FFF2-40B4-BE49-F238E27FC236}">
                <a16:creationId xmlns:a16="http://schemas.microsoft.com/office/drawing/2014/main" id="{5126CF74-2428-D38A-BBB3-5C96F41D66B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41C2035A-C31C-3D79-A776-B9EA7D565A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4A04FF8C-65E9-780D-6F94-1250FD873B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6E5265-E317-42B2-BB25-3873E89135AF}" type="datetimeFigureOut">
              <a:rPr lang="uk-UA" smtClean="0"/>
              <a:t>12.09.2026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95E7C3F1-A163-94AD-5F7A-3BC74B4240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15AB3B2B-E9F3-A3B1-2AF7-0E071F62EE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4C2BE-C3A1-4DF0-9A01-D34AC4B90045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2196583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аголовка 1">
            <a:extLst>
              <a:ext uri="{FF2B5EF4-FFF2-40B4-BE49-F238E27FC236}">
                <a16:creationId xmlns:a16="http://schemas.microsoft.com/office/drawing/2014/main" id="{695ABEDC-BF48-7795-D8A2-A265AA462E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3A6BE74B-7F46-C237-2226-BE7AF6F3C6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BA11FC91-1320-95C6-9AD5-6DC8BCBF1BC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D6E5265-E317-42B2-BB25-3873E89135AF}" type="datetimeFigureOut">
              <a:rPr lang="uk-UA" smtClean="0"/>
              <a:t>12.09.2026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7644C16C-22F4-DD36-F720-E920EB1AA5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4C52D694-DC78-4810-8A24-476A2CD93D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84C2BE-C3A1-4DF0-9A01-D34AC4B90045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9606473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uk-U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AB755CE-2CF4-DA0B-D786-C58496E2475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uk-UA"/>
              <a:t>Кругообіг води</a:t>
            </a:r>
          </a:p>
        </p:txBody>
      </p:sp>
      <p:sp>
        <p:nvSpPr>
          <p:cNvPr id="3" name="Підзаголовок 2">
            <a:extLst>
              <a:ext uri="{FF2B5EF4-FFF2-40B4-BE49-F238E27FC236}">
                <a16:creationId xmlns:a16="http://schemas.microsoft.com/office/drawing/2014/main" id="{357A51F2-6CD5-05D8-2F90-D68623C6036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uk-UA"/>
              <a:t>Урок природознавства</a:t>
            </a:r>
          </a:p>
        </p:txBody>
      </p:sp>
    </p:spTree>
    <p:extLst>
      <p:ext uri="{BB962C8B-B14F-4D97-AF65-F5344CB8AC3E}">
        <p14:creationId xmlns:p14="http://schemas.microsoft.com/office/powerpoint/2010/main" val="20930904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кутник 1">
            <a:extLst>
              <a:ext uri="{FF2B5EF4-FFF2-40B4-BE49-F238E27FC236}">
                <a16:creationId xmlns:a16="http://schemas.microsoft.com/office/drawing/2014/main" id="{E8A35EC9-5570-934C-1C05-25CF08413CA3}"/>
              </a:ext>
            </a:extLst>
          </p:cNvPr>
          <p:cNvSpPr/>
          <p:nvPr/>
        </p:nvSpPr>
        <p:spPr>
          <a:xfrm>
            <a:off x="762000" y="1016000"/>
            <a:ext cx="3810000" cy="2032000"/>
          </a:xfrm>
          <a:prstGeom prst="rect">
            <a:avLst/>
          </a:prstGeom>
          <a:solidFill>
            <a:srgbClr val="FEF3C7"/>
          </a:solidFill>
          <a:ln>
            <a:solidFill>
              <a:srgbClr val="B4530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uk-UA"/>
              <a:t>Випаровування</a:t>
            </a:r>
          </a:p>
        </p:txBody>
      </p:sp>
      <p:sp>
        <p:nvSpPr>
          <p:cNvPr id="3" name="Овал 2">
            <a:extLst>
              <a:ext uri="{FF2B5EF4-FFF2-40B4-BE49-F238E27FC236}">
                <a16:creationId xmlns:a16="http://schemas.microsoft.com/office/drawing/2014/main" id="{47103009-1D4E-F0F4-0B8B-5FD12C035A31}"/>
              </a:ext>
            </a:extLst>
          </p:cNvPr>
          <p:cNvSpPr/>
          <p:nvPr/>
        </p:nvSpPr>
        <p:spPr>
          <a:xfrm>
            <a:off x="6096000" y="1016000"/>
            <a:ext cx="2794000" cy="2794000"/>
          </a:xfrm>
          <a:prstGeom prst="ellipse">
            <a:avLst/>
          </a:prstGeom>
          <a:solidFill>
            <a:srgbClr val="BFDBF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uk-UA"/>
              <a:t>Хмара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FBFB92E-8240-CDFF-B539-5E852383BDD6}"/>
              </a:ext>
            </a:extLst>
          </p:cNvPr>
          <p:cNvSpPr txBox="1"/>
          <p:nvPr/>
        </p:nvSpPr>
        <p:spPr>
          <a:xfrm>
            <a:off x="762000" y="4318000"/>
            <a:ext cx="8128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ru-RU" sz="2800" b="1"/>
              <a:t>Вода</a:t>
            </a:r>
            <a:r>
              <a:rPr lang="ru-RU" sz="2800"/>
              <a:t> нагрівається і стає парою</a:t>
            </a:r>
            <a:endParaRPr lang="uk-UA" sz="2800"/>
          </a:p>
        </p:txBody>
      </p:sp>
    </p:spTree>
    <p:extLst>
      <p:ext uri="{BB962C8B-B14F-4D97-AF65-F5344CB8AC3E}">
        <p14:creationId xmlns:p14="http://schemas.microsoft.com/office/powerpoint/2010/main" val="277264252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Офіс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Офіс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</Words>
  <Application>Microsoft Office PowerPoint</Application>
  <PresentationFormat>Широкий екран</PresentationFormat>
  <Paragraphs>5</Paragraphs>
  <Slides>2</Slides>
  <Notes>0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Тема Office</vt:lpstr>
      <vt:lpstr>Кругообіг води</vt:lpstr>
      <vt:lpstr>Презентація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2026-09-12T19:47:49Z</dcterms:created>
  <dcterms:modified xsi:type="dcterms:W3CDTF">2026-09-12T19:47:49Z</dcterms:modified>
</cp:coreProperties>
</file>